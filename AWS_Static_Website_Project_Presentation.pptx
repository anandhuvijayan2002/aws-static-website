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Static Website Hosting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Anandhu Vijayan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Create </a:t>
            </a:r>
            <a:r>
              <a:t>a simple static website using HTML &amp; CSS</a:t>
            </a:r>
          </a:p>
          <a:p>
            <a:r>
              <a:rPr smtClean="0"/>
              <a:t>Host </a:t>
            </a:r>
            <a:r>
              <a:t>it on AWS S3 using Free Tier</a:t>
            </a:r>
          </a:p>
          <a:p>
            <a:r>
              <a:rPr smtClean="0"/>
              <a:t>Configure </a:t>
            </a:r>
            <a:r>
              <a:t>bucket for public access</a:t>
            </a:r>
          </a:p>
          <a:p>
            <a:r>
              <a:rPr smtClean="0"/>
              <a:t>Enable </a:t>
            </a:r>
            <a:r>
              <a:t>Static Website Hosting</a:t>
            </a:r>
          </a:p>
          <a:p>
            <a:r>
              <a:rPr smtClean="0"/>
              <a:t>Upload </a:t>
            </a:r>
            <a:r>
              <a:t>project to GitHub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aws-static-website/</a:t>
            </a:r>
          </a:p>
          <a:p>
            <a:r>
              <a:t> ├── index.html</a:t>
            </a:r>
          </a:p>
          <a:p>
            <a:r>
              <a:t> └── style.css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Test Locally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Create </a:t>
            </a:r>
            <a:r>
              <a:t>index.html and style.css</a:t>
            </a:r>
          </a:p>
          <a:p>
            <a:r>
              <a:rPr smtClean="0"/>
              <a:t>Open </a:t>
            </a:r>
            <a:r>
              <a:t>index.html in browser</a:t>
            </a:r>
          </a:p>
          <a:p>
            <a:r>
              <a:rPr smtClean="0"/>
              <a:t>Check </a:t>
            </a:r>
            <a:r>
              <a:t>if website loads correctly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Upload to AWS S3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Log </a:t>
            </a:r>
            <a:r>
              <a:t>in to AWS Console</a:t>
            </a:r>
          </a:p>
          <a:p>
            <a:r>
              <a:rPr smtClean="0"/>
              <a:t>Create </a:t>
            </a:r>
            <a:r>
              <a:t>S3 bucket</a:t>
            </a:r>
          </a:p>
          <a:p>
            <a:r>
              <a:rPr smtClean="0"/>
              <a:t>Disable </a:t>
            </a:r>
            <a:r>
              <a:t>'Block all public access'</a:t>
            </a:r>
          </a:p>
          <a:p>
            <a:r>
              <a:rPr smtClean="0"/>
              <a:t>Upload </a:t>
            </a:r>
            <a:r>
              <a:t>index.html and style.css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3: Enable Static Website Hosting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Go </a:t>
            </a:r>
            <a:r>
              <a:t>to Bucket → Properties</a:t>
            </a:r>
          </a:p>
          <a:p>
            <a:r>
              <a:rPr smtClean="0"/>
              <a:t>Enable </a:t>
            </a:r>
            <a:r>
              <a:t>Static Website Hosting</a:t>
            </a:r>
          </a:p>
          <a:p>
            <a:r>
              <a:rPr smtClean="0"/>
              <a:t>Set </a:t>
            </a:r>
            <a:r>
              <a:t>index document: index.html</a:t>
            </a:r>
          </a:p>
          <a:p>
            <a:r>
              <a:rPr smtClean="0"/>
              <a:t>Copy </a:t>
            </a:r>
            <a:r>
              <a:t>Website </a:t>
            </a:r>
            <a:r>
              <a:rPr/>
              <a:t>Endpoint </a:t>
            </a:r>
            <a:r>
              <a:rPr smtClean="0"/>
              <a:t>URL</a:t>
            </a:r>
            <a:r>
              <a:rPr lang="en-US" dirty="0" smtClean="0"/>
              <a:t>:http</a:t>
            </a:r>
            <a:r>
              <a:rPr lang="en-US" sz="2400" dirty="0" smtClean="0"/>
              <a:t>://anandhu-static-website.s3-website.ap-south-1.amazonaws.com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Make Bucket Public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Add bucket policy: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    "Version": "2012-10-17",</a:t>
            </a:r>
          </a:p>
          <a:p>
            <a:r>
              <a:rPr lang="en-US" dirty="0" smtClean="0"/>
              <a:t>    "Statement": [</a:t>
            </a:r>
          </a:p>
          <a:p>
            <a:r>
              <a:rPr lang="en-US" dirty="0" smtClean="0"/>
              <a:t>        {</a:t>
            </a:r>
          </a:p>
          <a:p>
            <a:r>
              <a:rPr lang="en-US" dirty="0" smtClean="0"/>
              <a:t>            "Sid": "</a:t>
            </a:r>
            <a:r>
              <a:rPr lang="en-US" dirty="0" err="1" smtClean="0"/>
              <a:t>PublicReadGetObject</a:t>
            </a:r>
            <a:r>
              <a:rPr lang="en-US" dirty="0" smtClean="0"/>
              <a:t>",</a:t>
            </a:r>
          </a:p>
          <a:p>
            <a:r>
              <a:rPr lang="en-US" dirty="0" smtClean="0"/>
              <a:t>            "Effect": "Allow",</a:t>
            </a:r>
          </a:p>
          <a:p>
            <a:r>
              <a:rPr lang="en-US" dirty="0" smtClean="0"/>
              <a:t>            "Principal": "*",</a:t>
            </a:r>
          </a:p>
          <a:p>
            <a:r>
              <a:rPr lang="en-US" dirty="0" smtClean="0"/>
              <a:t>            "Action": "s3:GetObject",</a:t>
            </a:r>
          </a:p>
          <a:p>
            <a:r>
              <a:rPr lang="en-US" dirty="0" smtClean="0"/>
              <a:t>            "Resource": "arn:aws:s3:::</a:t>
            </a:r>
            <a:r>
              <a:rPr lang="en-US" dirty="0" err="1" smtClean="0"/>
              <a:t>anandhu</a:t>
            </a:r>
            <a:r>
              <a:rPr lang="en-US" dirty="0" smtClean="0"/>
              <a:t>-static-website/*"</a:t>
            </a:r>
          </a:p>
          <a:p>
            <a:r>
              <a:rPr lang="en-US" dirty="0" smtClean="0"/>
              <a:t>        }</a:t>
            </a:r>
          </a:p>
          <a:p>
            <a:r>
              <a:rPr lang="en-US" dirty="0" smtClean="0"/>
              <a:t>    ]</a:t>
            </a:r>
          </a:p>
          <a:p>
            <a:r>
              <a:rPr lang="en-US" dirty="0" smtClean="0"/>
              <a:t>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Upload to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482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smtClean="0"/>
              <a:t>Create </a:t>
            </a:r>
            <a:r>
              <a:t>a GitHub repository</a:t>
            </a:r>
          </a:p>
          <a:p>
            <a:r>
              <a:rPr smtClean="0"/>
              <a:t>Run </a:t>
            </a:r>
            <a:r>
              <a:t>commands:</a:t>
            </a:r>
          </a:p>
          <a:p>
            <a:r>
              <a:rPr smtClean="0"/>
              <a:t>git </a:t>
            </a:r>
            <a:r>
              <a:t>init</a:t>
            </a:r>
          </a:p>
          <a:p>
            <a:r>
              <a:rPr smtClean="0"/>
              <a:t>git </a:t>
            </a:r>
            <a:r>
              <a:t>add .</a:t>
            </a:r>
          </a:p>
          <a:p>
            <a:r>
              <a:rPr smtClean="0"/>
              <a:t>git </a:t>
            </a:r>
            <a:r>
              <a:t>commit -</a:t>
            </a:r>
            <a:r>
              <a:rPr/>
              <a:t>m </a:t>
            </a:r>
            <a:r>
              <a:rPr lang="en-US" dirty="0" smtClean="0"/>
              <a:t>"My first AWS static website"</a:t>
            </a:r>
            <a:endParaRPr/>
          </a:p>
          <a:p>
            <a:r>
              <a:rPr smtClean="0"/>
              <a:t>git </a:t>
            </a:r>
            <a:r>
              <a:t>branch -M main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 smtClean="0"/>
              <a:t>remote </a:t>
            </a:r>
            <a:r>
              <a:rPr lang="en-US" dirty="0" smtClean="0"/>
              <a:t>add origin: </a:t>
            </a:r>
            <a:r>
              <a:rPr lang="en-US" sz="3500" dirty="0" smtClean="0"/>
              <a:t>https</a:t>
            </a:r>
            <a:r>
              <a:rPr lang="en-US" sz="3500" dirty="0" smtClean="0"/>
              <a:t>://</a:t>
            </a:r>
            <a:r>
              <a:rPr lang="en-US" sz="3500" dirty="0" smtClean="0"/>
              <a:t>github.com/anandhuvijayan2002/aws-    static-website.git</a:t>
            </a:r>
            <a:endParaRPr sz="3500"/>
          </a:p>
          <a:p>
            <a:r>
              <a:rPr smtClean="0"/>
              <a:t>git </a:t>
            </a:r>
            <a:r>
              <a:t>push -u origin main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Website </a:t>
            </a:r>
            <a:r>
              <a:t>successfully hosted on </a:t>
            </a:r>
            <a:r>
              <a:rPr/>
              <a:t>AWS </a:t>
            </a:r>
            <a:r>
              <a:rPr smtClean="0"/>
              <a:t>S3</a:t>
            </a:r>
            <a:endParaRPr/>
          </a:p>
        </p:txBody>
      </p:sp>
      <p:pic>
        <p:nvPicPr>
          <p:cNvPr id="4" name="Picture 3" descr="WEBSITE U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9" y="2351314"/>
            <a:ext cx="4674637" cy="4002833"/>
          </a:xfrm>
          <a:prstGeom prst="rect">
            <a:avLst/>
          </a:prstGeom>
        </p:spPr>
      </p:pic>
      <p:pic>
        <p:nvPicPr>
          <p:cNvPr id="5" name="Picture 4" descr="FINAL 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467" y="2281033"/>
            <a:ext cx="4028803" cy="33266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242</Words>
  <Application>Microsoft Macintosh PowerPoint</Application>
  <PresentationFormat>On-screen Show (4:3)</PresentationFormat>
  <Paragraphs>51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AWS Static Website Hosting Project</vt:lpstr>
      <vt:lpstr>Project Overview</vt:lpstr>
      <vt:lpstr>Folder Structure</vt:lpstr>
      <vt:lpstr>Step 1: Test Locally</vt:lpstr>
      <vt:lpstr>Step 2: Upload to AWS S3</vt:lpstr>
      <vt:lpstr>Step 3: Enable Static Website Hosting</vt:lpstr>
      <vt:lpstr>Step 4: Make Bucket Public</vt:lpstr>
      <vt:lpstr>Step 5: Upload to GitHub</vt:lpstr>
      <vt:lpstr>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Static Website Hosting Project</dc:title>
  <dc:creator>ANANDHU VIJAYAN</dc:creator>
  <dc:description>generated using python-pptx</dc:description>
  <cp:lastModifiedBy>anandhu10kotta@gmail.com</cp:lastModifiedBy>
  <cp:revision>5</cp:revision>
  <dcterms:created xsi:type="dcterms:W3CDTF">2013-01-27T09:14:16Z</dcterms:created>
  <dcterms:modified xsi:type="dcterms:W3CDTF">2025-11-14T07:37:03Z</dcterms:modified>
</cp:coreProperties>
</file>